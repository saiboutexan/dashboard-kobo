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FORMATION DES FORMATEURS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D700"/>
                </a:solidFill>
              </a:rPr>
              <a:t>OUTILS DE COLLECTE DES DONNÉES ÉLECTORALES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Élections législatives et communales - 31 mai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</a:rPr>
              <a:t>ONASUR-E | Organe National de Supervision des Élections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2A6C"/>
                </a:solidFill>
              </a:rPr>
              <a:t>CONTEXTE ET OBJECTIFS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✓ Collecte des données sans erreur grâce aux contraintes d'intégrité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✓ Sécurisation des données électorales sensibles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✓ Localisation GPS pour attester votre présence sur le terrain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✓ Analyse statistique automatique et rapide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FFF3E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⚠️  POINTS IMPORTANTS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Connexion Internet requise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Téléphone Android obligatoire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A6C"/>
                </a:solidFill>
              </a:rPr>
              <a:t>ÉTAPE 1 : TÉLÉCHARGER ODK COLLECT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1.  Ouvrir Play Store sur votre téléphone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2.  Saisir 'ODK COLLECT' dans la barre de recherche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3.  Appuyer sur 'INSTALLER'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4.  Attendre la fin de l'installation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80E4F"/>
                </a:solidFill>
              </a:rPr>
              <a:t>ÉTAPE 2 : CONFIGURER AVEC LE QR CODE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• Ouvrir ODK Collect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• Cliquer sur 'Configurer par QR code' (bouton bleu)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• Une fenêtre s'affiche pour scanner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</a:rPr>
              <a:t>• Scanner le QR Code fourni par ONASUR-E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949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A6C"/>
                </a:solidFill>
              </a:rPr>
              <a:t>Le QR Code contient tous les paramètres de configuration. Un scan suffit 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</a:rPr>
              <a:t>ÉTAPE 3 : TÉLÉCHARGER LES FORMULAIRES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9C4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⚠️  Connectez votre téléphone à Internet avant de commencer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</a:rPr>
              <a:t>1. Cliquer sur 'Télécharger formulaire'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</a:rPr>
              <a:t>2. Attendre le téléchargement (quelques minutes)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</a:rPr>
              <a:t>3. Sélectionner les formulaires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</a:rPr>
              <a:t>4. Cliquer sur 'Télécharger la sélection'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</a:rPr>
              <a:t>5. ✅ Vous pouvez déconnecter votre téléphone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A6C"/>
                </a:solidFill>
              </a:rPr>
              <a:t>LES FORMULAIRES ÉLECTORAUX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3657600"/>
          </a:xfrm>
          <a:prstGeom prst="rect">
            <a:avLst/>
          </a:prstGeom>
          <a:solidFill>
            <a:srgbClr val="4CAF5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F-01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OUVERTURE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À l'ouverture du bureau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560320" cy="36576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F-02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DÉROULEMENT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2560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Pendant le scrutin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3657600"/>
          </a:xfrm>
          <a:prstGeom prst="rect">
            <a:avLst/>
          </a:prstGeom>
          <a:solidFill>
            <a:srgbClr val="FF980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800"/>
                </a:solidFill>
              </a:rPr>
              <a:t>F-03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9800"/>
                </a:solidFill>
              </a:rPr>
              <a:t>CLÔTURE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Lors de la clôture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80E4F"/>
                </a:solidFill>
              </a:rPr>
              <a:t>ÉTAPE 4 : REMPLIR UN FORMULAIRE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Procédure générale 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• Appuyer sur '+ Remplir un formulaire'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• Sélectionner le formulaire approprié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• Appuyer sur 'Suivant' pour avancer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• Répondre aux questions observées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• Sauvegarder à chaque étape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4C3C"/>
                </a:solidFill>
              </a:rPr>
              <a:t>SIGNALER LES INCIDENTS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GRILLE D'INCIDENCE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Remplissez la Grille d'Incidence 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✓ À l'ouverture si des problèmes surgissent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3200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✓ Pendant le déroulement si incidents constatés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8404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✓ À la clôture et dépouillement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44805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✓ Autant de fois que nécessaire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74C3C"/>
                </a:solidFill>
              </a:rPr>
              <a:t>Documentez avec la plus grande précision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</a:rPr>
              <a:t>ÉTAPE 5 : ENVOYER LES FORMULAIRES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9C4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⚠️  Connectez votre téléphone à Internet avant d'envoyer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1. Cliquer sur 'Prêt à envoyer'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2. Cocher les formulaires à envoyer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3. Cliquer sur 'Envoyer éléments sélectionnés'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4. Confirmer en cliquant 'OK'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5. Vérifier le nombre envoyé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CONTACTS &amp; SUPPORT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7830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6C"/>
                </a:solidFill>
              </a:rPr>
              <a:t>Ibrahima Sory Doumbouya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5B6"/>
                </a:solidFill>
              </a:rPr>
              <a:t>📞 620 71 92 92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6C"/>
                </a:solidFill>
              </a:rPr>
              <a:t>Saibou Kourouma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5B6"/>
                </a:solidFill>
              </a:rPr>
              <a:t>📞 622 82 98 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1605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6C"/>
                </a:solidFill>
              </a:rPr>
              <a:t>Fassou Condé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5B6"/>
                </a:solidFill>
              </a:rPr>
              <a:t>📞 628 42 04 32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80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MERCI POUR VOTRE ENGAGEMENT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D700"/>
                </a:solidFill>
              </a:rPr>
              <a:t>Ensemble pour des élections transparentes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31 mai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ONASUR-E | Organe National de Supervision des Élections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2026-05-14T13:19:25Z</dcterms:created>
  <dcterms:modified xsi:type="dcterms:W3CDTF">2026-05-14T13:19:25Z</dcterms:modified>
</cp:coreProperties>
</file>